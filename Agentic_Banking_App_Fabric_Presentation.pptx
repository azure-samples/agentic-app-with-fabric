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2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41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🏦  Agentic Banking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008A94"/>
                </a:solidFill>
              </a:rPr>
              <a:t>with Microsoft Fabric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246120"/>
            <a:ext cx="457200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42900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3F4F6"/>
                </a:solidFill>
              </a:rPr>
              <a:t>A hands-on demo showcasing SQL workloads (OLTP · OLAP · AI)
powered by multi-agent AI on Azure OpenAI + LangGraph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80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Microsoft Fabric  |  Azure OpenAI  |  LangGraph  |  React  |  Flask  |  Cosmos DB  |  Eventhouse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949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8A94"/>
                </a:solidFill>
              </a:rPr>
              <a:t>🌐  Live demo: https://aka.ms/HostedAgenticAppFabric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0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02920" cy="457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46200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42646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</a:rPr>
              <a:t>Introduction &amp; Problem Statement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371600"/>
            <a:ext cx="502920" cy="457200"/>
          </a:xfrm>
          <a:prstGeom prst="rect">
            <a:avLst/>
          </a:prstGeom>
          <a:solidFill>
            <a:srgbClr val="741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346200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142646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</a:rPr>
              <a:t>Architecture &amp; Technology Stack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29968"/>
            <a:ext cx="502920" cy="457200"/>
          </a:xfrm>
          <a:prstGeom prst="rect">
            <a:avLst/>
          </a:prstGeom>
          <a:solidFill>
            <a:srgbClr val="00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004568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08483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</a:rPr>
              <a:t>Key Features – OLTP, OLAP &amp; Generative UI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121408"/>
            <a:ext cx="502920" cy="457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096008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1762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</a:rPr>
              <a:t>Multi-Agent System Design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688336"/>
            <a:ext cx="502920" cy="457200"/>
          </a:xfrm>
          <a:prstGeom prst="rect">
            <a:avLst/>
          </a:prstGeom>
          <a:solidFill>
            <a:srgbClr val="741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662936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743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</a:rPr>
              <a:t>Analytics &amp; Real-Time Monitoring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779776"/>
            <a:ext cx="502920" cy="457200"/>
          </a:xfrm>
          <a:prstGeom prst="rect">
            <a:avLst/>
          </a:prstGeom>
          <a:solidFill>
            <a:srgbClr val="00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754376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28346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</a:rPr>
              <a:t>Getting Started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346704"/>
            <a:ext cx="502920" cy="457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321304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4015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</a:rPr>
              <a:t>Summary &amp; Next Steps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0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417320"/>
            <a:ext cx="3767328" cy="4480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417320"/>
            <a:ext cx="3767328" cy="502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46304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🎯 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3520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▪  Educational platform showing SQL
workload differences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3520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▪  Demonstrates OLTP, OLAP, and AI
workloads side-by-side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49040"/>
            <a:ext cx="3520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▪  Powered by Microsoft Fabric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0248" y="1417320"/>
            <a:ext cx="3767328" cy="4480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0248" y="1417320"/>
            <a:ext cx="3767328" cy="502920"/>
          </a:xfrm>
          <a:prstGeom prst="rect">
            <a:avLst/>
          </a:prstGeom>
          <a:solidFill>
            <a:srgbClr val="741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9976" y="146304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🤖 Core Innovation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8" y="2103120"/>
            <a:ext cx="3520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▪  Multi-agent AI architecture
with LangGraph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2926080"/>
            <a:ext cx="3520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▪  Natural language → SQL queries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3749040"/>
            <a:ext cx="3520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▪  Generative UI: AI-created charts
and simulations on demand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0456" y="1417320"/>
            <a:ext cx="3767328" cy="4480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0456" y="1417320"/>
            <a:ext cx="3767328" cy="502920"/>
          </a:xfrm>
          <a:prstGeom prst="rect">
            <a:avLst/>
          </a:prstGeom>
          <a:solidFill>
            <a:srgbClr val="00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0184" y="146304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📊 Business 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2103120"/>
            <a:ext cx="3520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▪  Real-time operational insights
from agentic activity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2926080"/>
            <a:ext cx="3520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▪  Content safety monitoring
via Fabric Eventhouse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7616" y="3749040"/>
            <a:ext cx="3520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▪  Agent performance evaluation
with Azure AI Evaluation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3367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Live app: https://aka.ms/HostedAgenticAppFabric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0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Architecture &amp; 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17320"/>
            <a:ext cx="11430000" cy="9875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137160" cy="9875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904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Frontend (React + Vite + TypeScript + Tailwind CSS)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Dashboard  •  ChatBot  •  Transactions  •  Analytics  •  Generative UI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514600"/>
            <a:ext cx="11430000" cy="9875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514600"/>
            <a:ext cx="137160" cy="987552"/>
          </a:xfrm>
          <a:prstGeom prst="rect">
            <a:avLst/>
          </a:prstGeom>
          <a:solidFill>
            <a:srgbClr val="741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5877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41AD4"/>
                </a:solidFill>
              </a:rPr>
              <a:t>Backend (Python Flask  +  LangChain / LangGraph)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71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Banking Service :5001  •  Analytics Service :5002  •  Multi-Agent Orchestration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611880"/>
            <a:ext cx="11430000" cy="9875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3611880"/>
            <a:ext cx="137160" cy="987552"/>
          </a:xfrm>
          <a:prstGeom prst="rect">
            <a:avLst/>
          </a:prstGeom>
          <a:solidFill>
            <a:srgbClr val="00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68503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A94"/>
                </a:solidFill>
              </a:rPr>
              <a:t>Microsoft Fabric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SQL Database  •  Cosmos DB  •  Lakehouse  •  Eventhouse (KQL)  •  Eventstream  •  Semantic Model  •  Power BI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709160"/>
            <a:ext cx="11430000" cy="9875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4709160"/>
            <a:ext cx="137160" cy="987552"/>
          </a:xfrm>
          <a:prstGeom prst="rect">
            <a:avLst/>
          </a:prstGeom>
          <a:solidFill>
            <a:srgbClr val="20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78231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0223A"/>
                </a:solidFill>
              </a:rPr>
              <a:t>Azure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166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Azure OpenAI (GPT-4o / Embedding)  •  Azure AI Evaluation  •  Content Safety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0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1371600"/>
            <a:ext cx="3749039" cy="2103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" y="1371600"/>
            <a:ext cx="3749039" cy="457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26464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⚡ OLTP – Transactions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" y="1920240"/>
            <a:ext cx="3520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▸  View real-time transaction 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2377440"/>
            <a:ext cx="3520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▸  High-volume read-heavy workload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2834640"/>
            <a:ext cx="3520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▸  Instant balance &amp; history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87951" y="1371600"/>
            <a:ext cx="3749039" cy="2103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87951" y="1371600"/>
            <a:ext cx="3749039" cy="457200"/>
          </a:xfrm>
          <a:prstGeom prst="rect">
            <a:avLst/>
          </a:prstGeom>
          <a:solidFill>
            <a:srgbClr val="741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79" y="1426464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💸 OLTP – Money Transfer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5111" y="1920240"/>
            <a:ext cx="3520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▸  Atomic write-heavy 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5111" y="2377440"/>
            <a:ext cx="3520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▸  Fast &amp; reliable fund transfer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5111" y="2834640"/>
            <a:ext cx="3520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▸  Natural language commands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28430" y="1371600"/>
            <a:ext cx="3749039" cy="2103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8430" y="1371600"/>
            <a:ext cx="3749039" cy="4572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58" y="1426464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📈 OLAP – 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5590" y="1920240"/>
            <a:ext cx="3520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▸  Complex aggregate queries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5590" y="2377440"/>
            <a:ext cx="3520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▸  Spending habits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5590" y="2834640"/>
            <a:ext cx="3520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▸  Historical trend analysis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" y="3566160"/>
            <a:ext cx="3749039" cy="2103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7472" y="3566160"/>
            <a:ext cx="3749039" cy="457200"/>
          </a:xfrm>
          <a:prstGeom prst="rect">
            <a:avLst/>
          </a:prstGeom>
          <a:solidFill>
            <a:srgbClr val="00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621024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🎨 Generative UI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" y="4114800"/>
            <a:ext cx="3520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▸  AI creates custom visualisations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" y="4572000"/>
            <a:ext cx="3520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▸  Widgets persisted per user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" y="5029200"/>
            <a:ext cx="3520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▸  Edit charts with natural language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87951" y="3566160"/>
            <a:ext cx="3749039" cy="2103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87951" y="3566160"/>
            <a:ext cx="3749039" cy="457200"/>
          </a:xfrm>
          <a:prstGeom prst="rect">
            <a:avLst/>
          </a:prstGeom>
          <a:solidFill>
            <a:srgbClr val="CA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79" y="3621024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🤖 Multi-Agent Chat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25111" y="4114800"/>
            <a:ext cx="3520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▸  4 specialised AI agents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25111" y="4572000"/>
            <a:ext cx="3520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▸  RAG customer support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25111" y="5029200"/>
            <a:ext cx="3520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▸  SQL generation from plain English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28430" y="3566160"/>
            <a:ext cx="3749039" cy="2103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28430" y="3566160"/>
            <a:ext cx="3749039" cy="457200"/>
          </a:xfrm>
          <a:prstGeom prst="rect">
            <a:avLst/>
          </a:prstGeom>
          <a:solidFill>
            <a:srgbClr val="20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58" y="3621024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🔍 Evaluation &amp; Safety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65590" y="4114800"/>
            <a:ext cx="3520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▸  Content safety filtering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65590" y="4572000"/>
            <a:ext cx="3520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▸  Azure AI Evaluation scoring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65590" y="5029200"/>
            <a:ext cx="3520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▸  Real-time KQL monitoring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0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Multi-Agent System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417320"/>
            <a:ext cx="3017520" cy="822960"/>
          </a:xfrm>
          <a:prstGeom prst="rect">
            <a:avLst/>
          </a:prstGeom>
          <a:solidFill>
            <a:srgbClr val="20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663440" y="15544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🧠 Coordinator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33172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Routes user request to specialist 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834640"/>
            <a:ext cx="3657600" cy="31089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2834640"/>
            <a:ext cx="3657600" cy="47548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898648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💼 Account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401568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▸  Get account balance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995928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▸  Transfer 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590288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▸  Create new account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184648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▸  Natural language → SQL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834640"/>
            <a:ext cx="3657600" cy="31089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2834640"/>
            <a:ext cx="3657600" cy="475488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2898648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📚 Support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401568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▸  RAG over support docs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995928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▸  Answers FAQs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590288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▸  Embeds PDF knowledge 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5184648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▸  text-embedding-ada-002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2834640"/>
            <a:ext cx="3657600" cy="31089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2834640"/>
            <a:ext cx="3657600" cy="475488"/>
          </a:xfrm>
          <a:prstGeom prst="rect">
            <a:avLst/>
          </a:prstGeom>
          <a:solidFill>
            <a:srgbClr val="741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2898648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📊 Visualization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401568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▸  Create custom widgets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995928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▸  Update charts on request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4590288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▸  Persists config in Cosmos DB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5184648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▸  Dynamic React components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3367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Powered by LangGraph state graphs  •  Conversation memory via Cosmos DB  •  Azure OpenAI LLM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0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Data Flow &amp; Storage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581912"/>
            <a:ext cx="2286000" cy="502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1618488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⚡ OLTP Transactions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1508760"/>
            <a:ext cx="26060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16352" y="158191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</a:rPr>
              <a:t>React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160020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78D4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77840" y="1508760"/>
            <a:ext cx="26060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50992" y="158191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</a:rPr>
              <a:t>Flask API :5001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60020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78D4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1508760"/>
            <a:ext cx="26060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85632" y="158191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</a:rPr>
              <a:t>Fabric SQL 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13055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</a:rPr>
              <a:t>  ↳  Fast atomic writes / reads for banking ops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697480"/>
            <a:ext cx="2286000" cy="502920"/>
          </a:xfrm>
          <a:prstGeom prst="rect">
            <a:avLst/>
          </a:prstGeom>
          <a:solidFill>
            <a:srgbClr val="741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2734056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📊 OLAP Analytics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2624328"/>
            <a:ext cx="26060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741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16352" y="26974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</a:rPr>
              <a:t>React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2715768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741AD4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77840" y="2624328"/>
            <a:ext cx="26060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741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50992" y="26974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</a:rPr>
              <a:t>Flask API :5001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715768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741AD4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0" y="2624328"/>
            <a:ext cx="26060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741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85632" y="26974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</a:rPr>
              <a:t>Fabric Lakehouse (SQL endpoint)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324612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</a:rPr>
              <a:t>  ↳  Complex aggregations via Semantic Model + Power BI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813048"/>
            <a:ext cx="2286000" cy="502920"/>
          </a:xfrm>
          <a:prstGeom prst="rect">
            <a:avLst/>
          </a:prstGeom>
          <a:solidFill>
            <a:srgbClr val="00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" y="3849624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🔴 Real-Time Streaming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0" y="3739896"/>
            <a:ext cx="26060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008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16352" y="381304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</a:rPr>
              <a:t>Analytics Service :5002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4960" y="3831336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8A94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77840" y="3739896"/>
            <a:ext cx="26060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008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50992" y="381304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</a:rPr>
              <a:t>Azure EventHub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831336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8A94"/>
                </a:solidFill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12480" y="3739896"/>
            <a:ext cx="26060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008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85632" y="381304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</a:rPr>
              <a:t>Fabric Eventstream → KQL DB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51760" y="436168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</a:rPr>
              <a:t>  ↳  Content safety events streamed and monitored live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928616"/>
            <a:ext cx="2286000" cy="502920"/>
          </a:xfrm>
          <a:prstGeom prst="rect">
            <a:avLst/>
          </a:prstGeom>
          <a:solidFill>
            <a:srgbClr val="CA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7472" y="4965192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🤖 AI / Agent State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0" y="4855464"/>
            <a:ext cx="26060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CA5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16352" y="4928616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</a:rPr>
              <a:t>LangGraph Agents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94960" y="4946904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A5010"/>
                </a:solidFill>
              </a:rP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77840" y="4855464"/>
            <a:ext cx="26060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CA5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50992" y="4928616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</a:rPr>
              <a:t>Cosmos DB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4946904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A5010"/>
                </a:solidFill>
              </a:rPr>
              <a:t>→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12480" y="4855464"/>
            <a:ext cx="260604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CA5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85632" y="4928616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</a:rPr>
              <a:t>longterm_memory + gen_ui_config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51760" y="5477256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</a:rPr>
              <a:t>  ↳  Chat history &amp; widget config persisted per user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0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Analytics &amp; Real-Time Monitoring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371600"/>
            <a:ext cx="5394960" cy="457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371600"/>
            <a:ext cx="5394960" cy="457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📊 Agentic Analytics in Fabric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65960"/>
            <a:ext cx="5120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▸  Operational data captured as app is 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95728"/>
            <a:ext cx="5120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▸  Stored in agentic_app_db Fabric SQL Database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25496"/>
            <a:ext cx="5120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▸  Lakehouse (agentic_lake) updated automatically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55264"/>
            <a:ext cx="5120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▸  banking_semantic_model refreshed in Fabric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685032"/>
            <a:ext cx="5120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▸  Agentic_Insights Power BI report auto-updated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114800"/>
            <a:ext cx="5120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▸  Four evaluation scores per agent response: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544568"/>
            <a:ext cx="5120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      → Intent Resolution  |  Relevance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974336"/>
            <a:ext cx="5120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      → Coherence  |  Fluency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1371600"/>
            <a:ext cx="5989320" cy="457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52160" y="1371600"/>
            <a:ext cx="5989320" cy="457200"/>
          </a:xfrm>
          <a:prstGeom prst="rect">
            <a:avLst/>
          </a:prstGeom>
          <a:solidFill>
            <a:srgbClr val="00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89320" y="1417320"/>
            <a:ext cx="5760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🔴 Real-Time Content Safety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1965960"/>
            <a:ext cx="5715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▸  Analytics Service (:5002) captures each response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2395728"/>
            <a:ext cx="5715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▸  Streams content safety scores to Fabric EventHub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2825496"/>
            <a:ext cx="5715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▸  Eventstream routes data to KQL 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3255264"/>
            <a:ext cx="5715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▸  ContentSafetyMonitoring real-time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3685032"/>
            <a:ext cx="5715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▸  Monitors: violence, self_harm, jailbreak, etc.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4114800"/>
            <a:ext cx="5715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▸  Built-in test mode to simulate filtered events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20" y="4544568"/>
            <a:ext cx="5715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▸  QueryWorkbench for custom KQL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4974336"/>
            <a:ext cx="5715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▸  Easily add new views to existing RT dashboard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0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Microsoft Fabric Artifacts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1371600"/>
            <a:ext cx="3749039" cy="21488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" y="1371600"/>
            <a:ext cx="3749039" cy="502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435608"/>
            <a:ext cx="3611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🗄️  agentic_app_db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901952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78D4"/>
                </a:solidFill>
              </a:rPr>
              <a:t>Fabric SQL 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2240280"/>
            <a:ext cx="3520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▸  Stores banking transactions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2651760"/>
            <a:ext cx="3520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▸  Agentic operational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3063240"/>
            <a:ext cx="3520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▸  Chat/session metadata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87951" y="1371600"/>
            <a:ext cx="3749039" cy="21488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87951" y="1371600"/>
            <a:ext cx="3749039" cy="502920"/>
          </a:xfrm>
          <a:prstGeom prst="rect">
            <a:avLst/>
          </a:prstGeom>
          <a:solidFill>
            <a:srgbClr val="741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9391" y="1435608"/>
            <a:ext cx="3611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🏞️  agentic_lake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9391" y="1901952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41AD4"/>
                </a:solidFill>
              </a:rPr>
              <a:t>Fabric Lakehouse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5111" y="2240280"/>
            <a:ext cx="3520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▸  Aggregated analytical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5111" y="2651760"/>
            <a:ext cx="3520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▸  SQL analytics endpoint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5111" y="3063240"/>
            <a:ext cx="3520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▸  Source for Semantic Model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28430" y="1371600"/>
            <a:ext cx="3749039" cy="21488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28430" y="1371600"/>
            <a:ext cx="3749039" cy="502920"/>
          </a:xfrm>
          <a:prstGeom prst="rect">
            <a:avLst/>
          </a:prstGeom>
          <a:solidFill>
            <a:srgbClr val="00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19870" y="1435608"/>
            <a:ext cx="3611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📐  banking_semantic_model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9870" y="1901952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8A94"/>
                </a:solidFill>
              </a:rPr>
              <a:t>Power BI Semantic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5590" y="2240280"/>
            <a:ext cx="3520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▸  Pre-built financial measures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5590" y="2651760"/>
            <a:ext cx="3520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▸  Connects to Lakehouse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65590" y="3063240"/>
            <a:ext cx="3520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▸  Powers BI reports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" y="3611880"/>
            <a:ext cx="3749039" cy="21488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7472" y="3611880"/>
            <a:ext cx="3749039" cy="502920"/>
          </a:xfrm>
          <a:prstGeom prst="rect">
            <a:avLst/>
          </a:prstGeom>
          <a:solidFill>
            <a:srgbClr val="CA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3675888"/>
            <a:ext cx="3611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⚡  Eventhouse + Eventstream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" y="4142232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A5010"/>
                </a:solidFill>
              </a:rPr>
              <a:t>Real-Time Intelligence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" y="4480560"/>
            <a:ext cx="3520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▸  KQL database (app_events)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" y="4892040"/>
            <a:ext cx="3520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▸  Content safety streaming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" y="5303520"/>
            <a:ext cx="3520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▸  RT monitoring dashboard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87951" y="3611880"/>
            <a:ext cx="3749039" cy="21488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87951" y="3611880"/>
            <a:ext cx="3749039" cy="50292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79391" y="3675888"/>
            <a:ext cx="3611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📓  QA_Evaluation_Notebook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79391" y="4142232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07C10"/>
                </a:solidFill>
              </a:rPr>
              <a:t>Fabric Notebook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25111" y="4480560"/>
            <a:ext cx="3520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▸  Azure AI Evaluation integration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25111" y="4892040"/>
            <a:ext cx="3520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▸  Computes 4 quality scores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25111" y="5303520"/>
            <a:ext cx="3520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▸  Writes to agentic_lake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28430" y="3611880"/>
            <a:ext cx="3749039" cy="21488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28430" y="3611880"/>
            <a:ext cx="3749039" cy="502920"/>
          </a:xfrm>
          <a:prstGeom prst="rect">
            <a:avLst/>
          </a:prstGeom>
          <a:solidFill>
            <a:srgbClr val="20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19870" y="3675888"/>
            <a:ext cx="3611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☁️  Cosmos DB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19870" y="4142232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0223A"/>
                </a:solidFill>
              </a:rPr>
              <a:t>Fabric Cosmos DB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65590" y="4480560"/>
            <a:ext cx="3520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▸  gen_ui_config container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65590" y="4892040"/>
            <a:ext cx="3520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▸  longterm_memory container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65590" y="5303520"/>
            <a:ext cx="3520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▸  Per-user personalisation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0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Getting Started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417320"/>
            <a:ext cx="548640" cy="62179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50876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1417320"/>
            <a:ext cx="10881360" cy="62179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53896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8D4"/>
                </a:solidFill>
              </a:rPr>
              <a:t>Clone &amp; Push to Private Repo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728216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git clone → push to your private GitHub repo (credentials required)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203704"/>
            <a:ext cx="548640" cy="621792"/>
          </a:xfrm>
          <a:prstGeom prst="rect">
            <a:avLst/>
          </a:prstGeom>
          <a:solidFill>
            <a:srgbClr val="741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2295144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" y="2203704"/>
            <a:ext cx="10881360" cy="62179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24028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41AD4"/>
                </a:solidFill>
              </a:rPr>
              <a:t>Set Up Fabric Workspace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51460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Create workspace → enable Git integration → sync Fabric_artifacts/ folder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990088"/>
            <a:ext cx="548640" cy="621792"/>
          </a:xfrm>
          <a:prstGeom prst="rect">
            <a:avLst/>
          </a:prstGeom>
          <a:solidFill>
            <a:srgbClr val="00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308152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" y="2990088"/>
            <a:ext cx="10881360" cy="62179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026664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A94"/>
                </a:solidFill>
              </a:rPr>
              <a:t>Redeploy Semantic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300984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Obtain SQL endpoint &amp; Lakehouse GUID → update expressions.tmdl → sync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776472"/>
            <a:ext cx="548640" cy="621792"/>
          </a:xfrm>
          <a:prstGeom prst="rect">
            <a:avLst/>
          </a:prstGeom>
          <a:solidFill>
            <a:srgbClr val="20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386791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" y="3776472"/>
            <a:ext cx="10881360" cy="62179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813048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0223A"/>
                </a:solidFill>
              </a:rPr>
              <a:t>Configure .env 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087368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FABRIC_SQL_CONNECTION_URL, COSMOS_DB_ENDPOINT, EventHub strings, Azure OpenAI keys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562856"/>
            <a:ext cx="548640" cy="621792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4654296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6112" y="4562856"/>
            <a:ext cx="10881360" cy="62179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4599432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7C10"/>
                </a:solidFill>
              </a:rPr>
              <a:t>Install Dependencies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873752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pip install -r requirements.txt   |   npm install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5349240"/>
            <a:ext cx="548640" cy="621792"/>
          </a:xfrm>
          <a:prstGeom prst="rect">
            <a:avLst/>
          </a:prstGeom>
          <a:solidFill>
            <a:srgbClr val="CA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544068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6112" y="5349240"/>
            <a:ext cx="10881360" cy="62179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5385816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A5010"/>
                </a:solidFill>
              </a:rPr>
              <a:t>Run the App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660136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python backend/launcher.py   (ports 5001 &amp; 5002)   |   npm run dev   (port 5173)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3367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Prerequisites: Node.js v18+  •  Python 3.11.9+  •  Fabric workspace  •  Azure OpenAI  •  ODBC Driver 18  •  Windows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2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41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Summary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8A94"/>
                </a:solidFill>
              </a:rPr>
              <a:t>✅  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3F4F6"/>
                </a:solidFill>
              </a:rPr>
              <a:t>▸  End-to-end agentic app on Microsoft Fabric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3288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3F4F6"/>
                </a:solidFill>
              </a:rPr>
              <a:t>▸  Demonstrates OLTP, OLAP &amp; AI SQL workloads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99816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3F4F6"/>
                </a:solidFill>
              </a:rPr>
              <a:t>▸  4-agent LangGraph architecture with memory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66744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3F4F6"/>
                </a:solidFill>
              </a:rPr>
              <a:t>▸  Generative UI: AI-created user interfaces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3367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3F4F6"/>
                </a:solidFill>
              </a:rPr>
              <a:t>▸  Real-time safety monitoring via Eventhouse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006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3F4F6"/>
                </a:solidFill>
              </a:rPr>
              <a:t>▸  Performance evaluation via Azure AI SDK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8A94"/>
                </a:solidFill>
              </a:rPr>
              <a:t>🚀  Next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9659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3F4F6"/>
                </a:solidFill>
              </a:rPr>
              <a:t>▸  Try the live demo: aka.ms/HostedAgenticAppFabric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3288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3F4F6"/>
                </a:solidFill>
              </a:rPr>
              <a:t>▸  Deploy to your own Fabric workspace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099816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3F4F6"/>
                </a:solidFill>
              </a:rPr>
              <a:t>▸  Ingest custom PDFs into the knowledge 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666744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3F4F6"/>
                </a:solidFill>
              </a:rPr>
              <a:t>▸  Run QA evaluation notebook for agent scoring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23367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3F4F6"/>
                </a:solidFill>
              </a:rPr>
              <a:t>▸  Extend with your own specialized agents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800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3F4F6"/>
                </a:solidFill>
              </a:rPr>
              <a:t>▸  Contribute: aka.ms/AgenticAppFabric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1371600"/>
            <a:ext cx="45720" cy="4572000"/>
          </a:xfrm>
          <a:prstGeom prst="rect">
            <a:avLst/>
          </a:prstGeom>
          <a:solidFill>
            <a:srgbClr val="741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080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GitHub: github.com/Azure-Samples/sql-agentic-app-with-fabric   •   Demo: https://aka.ms/HostedAgenticAppFabric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